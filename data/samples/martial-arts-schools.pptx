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aaa25eb1d74f3e" /><Relationship Type="http://schemas.openxmlformats.org/officeDocument/2006/relationships/extended-properties" Target="/docProps/app.xml" Id="R2d23d5bf485a41de" /><Relationship Type="http://schemas.openxmlformats.org/officeDocument/2006/relationships/officeDocument" Target="/ppt/presentation.xml" Id="R8bbcb04a4eba4a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8706b48c5d4016"/>
  </p:sldMasterIdLst>
  <p:notesMasterIdLst>
    <p:notesMasterId xmlns:r="http://schemas.openxmlformats.org/officeDocument/2006/relationships" r:id="Re4e695528b53440e"/>
  </p:notesMasterIdLst>
  <p:sldIdLst>
    <p:sldId xmlns:r="http://schemas.openxmlformats.org/officeDocument/2006/relationships" id="256" r:id="R97151c08ff6d4dac"/>
    <p:sldId xmlns:r="http://schemas.openxmlformats.org/officeDocument/2006/relationships" id="257" r:id="R9ecbfbb1fb7d4c2d"/>
    <p:sldId xmlns:r="http://schemas.openxmlformats.org/officeDocument/2006/relationships" id="258" r:id="Re25dadbecb19463b"/>
    <p:sldId xmlns:r="http://schemas.openxmlformats.org/officeDocument/2006/relationships" id="259" r:id="R6f1d6e09db4c4f15"/>
    <p:sldId xmlns:r="http://schemas.openxmlformats.org/officeDocument/2006/relationships" id="260" r:id="Rcd9f92350d1d4965"/>
    <p:sldId xmlns:r="http://schemas.openxmlformats.org/officeDocument/2006/relationships" id="261" r:id="R11d55f01ff9d4f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675e79d12d4066" /><Relationship Type="http://schemas.openxmlformats.org/officeDocument/2006/relationships/slideMaster" Target="/ppt/slideMasters/slideMaster1.xml" Id="R7f8706b48c5d4016" /><Relationship Type="http://schemas.openxmlformats.org/officeDocument/2006/relationships/notesMaster" Target="/ppt/notesMasters/notesMaster1.xml" Id="Re4e695528b53440e" /><Relationship Type="http://schemas.openxmlformats.org/officeDocument/2006/relationships/presProps" Target="/ppt/presProps.xml" Id="R5c34903621e84d33" /><Relationship Type="http://schemas.openxmlformats.org/officeDocument/2006/relationships/tableStyles" Target="/ppt/tableStyles.xml" Id="Rb4bd32953a3a4dc0" /><Relationship Type="http://schemas.openxmlformats.org/officeDocument/2006/relationships/slide" Target="/ppt/slides/slide1.xml" Id="R97151c08ff6d4dac" /><Relationship Type="http://schemas.openxmlformats.org/officeDocument/2006/relationships/slide" Target="/ppt/slides/slide2.xml" Id="R9ecbfbb1fb7d4c2d" /><Relationship Type="http://schemas.openxmlformats.org/officeDocument/2006/relationships/slide" Target="/ppt/slides/slide3.xml" Id="Re25dadbecb19463b" /><Relationship Type="http://schemas.openxmlformats.org/officeDocument/2006/relationships/slide" Target="/ppt/slides/slide4.xml" Id="R6f1d6e09db4c4f15" /><Relationship Type="http://schemas.openxmlformats.org/officeDocument/2006/relationships/slide" Target="/ppt/slides/slide5.xml" Id="Rcd9f92350d1d4965" /><Relationship Type="http://schemas.openxmlformats.org/officeDocument/2006/relationships/slide" Target="/ppt/slides/slide6.xml" Id="R11d55f01ff9d4f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fdbbef0ddf4e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d446c6f3c54678" /><Relationship Type="http://schemas.openxmlformats.org/officeDocument/2006/relationships/notesMaster" Target="/ppt/notesMasters/notesMaster1.xml" Id="R86332083155243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aee7eedd3541a6" /><Relationship Type="http://schemas.openxmlformats.org/officeDocument/2006/relationships/notesMaster" Target="/ppt/notesMasters/notesMaster1.xml" Id="R102c7e5caaa847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1a156e2fa74742" /><Relationship Type="http://schemas.openxmlformats.org/officeDocument/2006/relationships/notesMaster" Target="/ppt/notesMasters/notesMaster1.xml" Id="R89f76102fcc340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407336d3ba4658" /><Relationship Type="http://schemas.openxmlformats.org/officeDocument/2006/relationships/notesMaster" Target="/ppt/notesMasters/notesMaster1.xml" Id="R3af2e15047d741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5cd6a1f0f94b5d" /><Relationship Type="http://schemas.openxmlformats.org/officeDocument/2006/relationships/notesMaster" Target="/ppt/notesMasters/notesMaster1.xml" Id="R1a16f2966ac5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50ac9eab704e9a" /><Relationship Type="http://schemas.openxmlformats.org/officeDocument/2006/relationships/notesMaster" Target="/ppt/notesMasters/notesMaster1.xml" Id="Re479c1fc3bfb4a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5dfad1a9643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4b02f243e841d9" /><Relationship Type="http://schemas.openxmlformats.org/officeDocument/2006/relationships/slideLayout" Target="/ppt/slideLayouts/slideLayout1.xml" Id="Rb1062392281142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062392281142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f7f964f644a1d" /><Relationship Type="http://schemas.openxmlformats.org/officeDocument/2006/relationships/notesSlide" Target="/ppt/notesSlides/notesSlide1.xml" Id="R6929e1267257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39410061f48a4" /><Relationship Type="http://schemas.openxmlformats.org/officeDocument/2006/relationships/notesSlide" Target="/ppt/notesSlides/notesSlide2.xml" Id="R50c790444ce540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9e893a1c94f63" /><Relationship Type="http://schemas.openxmlformats.org/officeDocument/2006/relationships/notesSlide" Target="/ppt/notesSlides/notesSlide3.xml" Id="Rc1e0d1a5f8484c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33fb1070e4b81" /><Relationship Type="http://schemas.openxmlformats.org/officeDocument/2006/relationships/notesSlide" Target="/ppt/notesSlides/notesSlide4.xml" Id="Rae68bcb76f444a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9064b8acf4e68" /><Relationship Type="http://schemas.openxmlformats.org/officeDocument/2006/relationships/notesSlide" Target="/ppt/notesSlides/notesSlide5.xml" Id="R3fa7446f18e14e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4bb6f67fb46eb" /><Relationship Type="http://schemas.openxmlformats.org/officeDocument/2006/relationships/notesSlide" Target="/ppt/notesSlides/notesSlide6.xml" Id="R768bd001da434a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511BC19-3290-4AB6-BFA6-5EE9DBB0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86F"/>
                </a:solidFill>
              </a:defRPr>
            </a:pPr>
            <a:r>
              <a:rPr sz="1350" b="1">
                <a:solidFill>
                  <a:srgbClr val="00786F"/>
                </a:solidFill>
              </a:rPr>
              <a:t>ORIGINAL SAMPLE DECK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98F26C72-0DE7-42A4-9E60-F8ECAD05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Five Turning Points in Martial Arts History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A5C522B-3A84-48A4-8CE5-9736E119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800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5556C"/>
                </a:solidFill>
              </a:defRPr>
            </a:pPr>
            <a:r>
              <a:rPr sz="1875">
                <a:solidFill>
                  <a:srgbClr val="45556C"/>
                </a:solidFill>
              </a:rPr>
              <a:t>A compact fixture deck for parser, OCR, and knowledge-graph validation.</a:t>
            </a:r>
          </a:p>
        </p:txBody>
      </p:sp>
      <p:sp>
        <p:nvSpPr>
          <p:cNvPr id="4" name="license-note">
            <a:extLst xmlns:a="http://schemas.openxmlformats.org/drawingml/2006/main">
              <a:ext uri="{FF2B5EF4-FFF2-40B4-BE49-F238E27FC236}">
                <a16:creationId xmlns:a16="http://schemas.microsoft.com/office/drawing/2014/main" id="{FC0CFC2C-E483-442E-B339-5D6C2092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All slide text is original and contains no third-party prose or images.</a:t>
            </a:r>
          </a:p>
        </p:txBody>
      </p:sp>
    </p:spTree>
    <p:extLst>
      <p:ext uri="{BB962C8B-B14F-4D97-AF65-F5344CB8AC3E}">
        <p14:creationId xmlns:p14="http://schemas.microsoft.com/office/powerpoint/2010/main" val="1486449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06E2359-D865-464E-875E-469E5594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1. Grappling and striking appeared in many regions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703101-3EC6-4A8F-8704-494ACD6A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9334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Greek wrestling, Indian kushti, Chinese boxing traditions, and Southeast Asian striking systems show that martial arts history has many roots.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The shared pattern is practical training becoming social memory: people preserved methods through games, schools, rituals, and public contests.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F0EC3C2-50C9-462D-BC83-6E4FEBFC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Entities: Greece, India, China, Southeast Asia, wrestling, boxing, Muay Thai</a:t>
            </a:r>
          </a:p>
        </p:txBody>
      </p:sp>
    </p:spTree>
    <p:extLst>
      <p:ext uri="{BB962C8B-B14F-4D97-AF65-F5344CB8AC3E}">
        <p14:creationId xmlns:p14="http://schemas.microsoft.com/office/powerpoint/2010/main" val="1219726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2EC82709-3D27-431E-80EE-1E2446FE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2. Rule sets made combat practices easier to teach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FCC3B3-67C8-4D92-9B7D-6C2E205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9334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Modern boxing, judo, karate, and taekwondo spread because teachers and organizations created rules, ranks, drills, and repeatable lessons.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Codification did not freeze these systems; it made them portable across schools, militaries, universities, and migration networks.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D448839-1D6B-4115-9B01-EAED433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Entities: Jigoro Kano, Kodokan, Gichin Funakoshi, Okinawa, Korea</a:t>
            </a:r>
          </a:p>
        </p:txBody>
      </p:sp>
    </p:spTree>
    <p:extLst>
      <p:ext uri="{BB962C8B-B14F-4D97-AF65-F5344CB8AC3E}">
        <p14:creationId xmlns:p14="http://schemas.microsoft.com/office/powerpoint/2010/main" val="1895586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2A1515C-9CBB-460C-9994-398F614F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3. National identity shaped many modern systems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3684B8-5138-4658-B2EF-1A06B074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9334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Karate, taekwondo, capoeira, and judo all became more than fighting methods. They carried ideas about education, nationhood, discipline, public health, and cultural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That makes martial arts useful for graph extraction because techniques connect to places, institutions, and social goals.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7B8E9BD-A908-4A5C-A25A-9E564468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Entities: Japan, Korea, Brazil, capoeira, judo, karate, taekwondo</a:t>
            </a:r>
          </a:p>
        </p:txBody>
      </p:sp>
    </p:spTree>
    <p:extLst>
      <p:ext uri="{BB962C8B-B14F-4D97-AF65-F5344CB8AC3E}">
        <p14:creationId xmlns:p14="http://schemas.microsoft.com/office/powerpoint/2010/main" val="108767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1C0BF7F-2BBA-431D-B8F0-B3BD670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4. Hybrid practice is a normal historical pattern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3C61EF-E794-4D59-A16E-95B3D54B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9334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Martial arts are often described as pure lineages, but exchange is constant. Travelers, soldiers, students, migrants, athletes, and performers carried methods across borders.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Brazilian jiu-jitsu, Muay Thai in global kickboxing, and mixed martial arts all show adaptation in public view.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F1B641D-D34B-4B46-9372-DCE34415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Entities: Brazilian Jiu-Jitsu, Muay Thai, Mixed Martial Arts, migration</a:t>
            </a:r>
          </a:p>
        </p:txBody>
      </p:sp>
    </p:spTree>
    <p:extLst>
      <p:ext uri="{BB962C8B-B14F-4D97-AF65-F5344CB8AC3E}">
        <p14:creationId xmlns:p14="http://schemas.microsoft.com/office/powerpoint/2010/main" val="917558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2DC709F-E4A4-4687-B705-9A5075E5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5. The knowledge graph should preserve context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BD8328-5A4C-4DC8-95D7-A8F441B3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9334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A useful martial-arts knowledge graph links systems, teachers, places, institutions, techniques, and time periods.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The important edge is rarely just invented-by. Better relationships include taught-at, adapted-from, popularized-in, regulated-by, and practiced-with.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589D8FE-6210-4BB8-8D56-D8EB79DB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Fixture purpose: validate extraction of entities, relationships, evidence, and provenance</a:t>
            </a:r>
          </a:p>
        </p:txBody>
      </p:sp>
    </p:spTree>
    <p:extLst>
      <p:ext uri="{BB962C8B-B14F-4D97-AF65-F5344CB8AC3E}">
        <p14:creationId xmlns:p14="http://schemas.microsoft.com/office/powerpoint/2010/main" val="989801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2026-07-09T07:28:45.1130000Z</dcterms:created>
  <dcterms:modified xsi:type="dcterms:W3CDTF">2026-07-09T07:28:45.1130000Z</dcterms:modified>
</coreProperties>
</file>